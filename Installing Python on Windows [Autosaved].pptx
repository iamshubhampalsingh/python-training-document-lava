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9"/>
  </p:notesMasterIdLst>
  <p:sldIdLst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12/15/2023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A52079-6997-47B8-B262-4ED5D2EA2D74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238998-10EA-455D-8FDC-3EBC7E198582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E9B6-2EC2-45E6-A437-DCC674AAC4AF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4FF3-940D-4DDE-86D8-82D5A8663636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5261-7117-41BB-BB79-8C1909625493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4D7-DE7F-414C-8571-0012DE9EFCDB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378FF3-85EA-48E5-8D8C-1DB156807E49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F94F13-1676-4B68-A383-661B657F6E63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C80CA-06EA-4D97-A1EC-F2A229B592C4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0CC4-6CA2-4A99-B83B-711E420D000E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12/15/2023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>
            <a:normAutofit/>
          </a:bodyPr>
          <a:lstStyle/>
          <a:p>
            <a:pPr algn="l"/>
            <a:r>
              <a:rPr lang="en-IN" sz="3600" dirty="0">
                <a:solidFill>
                  <a:schemeClr val="bg1"/>
                </a:solidFill>
              </a:rPr>
              <a:t>Installing Python on Windows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419246"/>
            <a:ext cx="5268177" cy="531866"/>
          </a:xfrm>
        </p:spPr>
        <p:txBody>
          <a:bodyPr>
            <a:normAutofit fontScale="62500" lnSpcReduction="20000"/>
          </a:bodyPr>
          <a:lstStyle/>
          <a:p>
            <a:pPr algn="l">
              <a:spcAft>
                <a:spcPts val="600"/>
              </a:spcAft>
            </a:pPr>
            <a:r>
              <a:rPr lang="en-US" sz="1800" dirty="0" smtClean="0">
                <a:solidFill>
                  <a:srgbClr val="FFFFFF"/>
                </a:solidFill>
              </a:rPr>
              <a:t>By Divyendu Vikram </a:t>
            </a:r>
            <a:r>
              <a:rPr lang="en-US" sz="1800" dirty="0" smtClean="0">
                <a:solidFill>
                  <a:srgbClr val="FFFFFF"/>
                </a:solidFill>
              </a:rPr>
              <a:t>Singh</a:t>
            </a:r>
          </a:p>
          <a:p>
            <a:pPr algn="l">
              <a:spcAft>
                <a:spcPts val="600"/>
              </a:spcAft>
            </a:pPr>
            <a:r>
              <a:rPr lang="en-US" sz="1800" dirty="0" smtClean="0">
                <a:solidFill>
                  <a:srgbClr val="FFFFFF"/>
                </a:solidFill>
              </a:rPr>
              <a:t>Trained – by </a:t>
            </a:r>
            <a:r>
              <a:rPr lang="en-US" sz="1800" dirty="0" err="1">
                <a:solidFill>
                  <a:srgbClr val="FFFFFF"/>
                </a:solidFill>
              </a:rPr>
              <a:t>S</a:t>
            </a:r>
            <a:r>
              <a:rPr lang="en-US" sz="1800" dirty="0" err="1" smtClean="0">
                <a:solidFill>
                  <a:srgbClr val="FFFFFF"/>
                </a:solidFill>
              </a:rPr>
              <a:t>hubham</a:t>
            </a:r>
            <a:r>
              <a:rPr lang="en-US" sz="1800" dirty="0" smtClean="0">
                <a:solidFill>
                  <a:srgbClr val="FFFFFF"/>
                </a:solidFill>
              </a:rPr>
              <a:t> pal Singh (Automation Lead)</a:t>
            </a:r>
            <a:r>
              <a:rPr lang="en-US" sz="1800" dirty="0" smtClean="0">
                <a:solidFill>
                  <a:srgbClr val="FFFFFF"/>
                </a:solidFill>
              </a:rPr>
              <a:t> </a:t>
            </a:r>
            <a:endParaRPr lang="en-US" sz="1800" dirty="0">
              <a:solidFill>
                <a:srgbClr val="FFFF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2" y="0"/>
            <a:ext cx="6255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Installing Python on Windows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11234"/>
            <a:ext cx="9601200" cy="836023"/>
          </a:xfrm>
        </p:spPr>
        <p:txBody>
          <a:bodyPr/>
          <a:lstStyle/>
          <a:p>
            <a:r>
              <a:rPr lang="en-US" dirty="0"/>
              <a:t>To download and install Python, go to Python's official website http://www.python.org/downloads/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75" y="2390504"/>
            <a:ext cx="9223797" cy="423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0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download is complete run .exe file to install Python.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291" y="2285999"/>
            <a:ext cx="9810206" cy="4127863"/>
          </a:xfrm>
        </p:spPr>
      </p:pic>
    </p:spTree>
    <p:extLst>
      <p:ext uri="{BB962C8B-B14F-4D97-AF65-F5344CB8AC3E}">
        <p14:creationId xmlns:p14="http://schemas.microsoft.com/office/powerpoint/2010/main" val="62038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20931"/>
          </a:xfrm>
        </p:spPr>
        <p:txBody>
          <a:bodyPr/>
          <a:lstStyle/>
          <a:p>
            <a:r>
              <a:rPr lang="en-US" dirty="0" smtClean="0"/>
              <a:t>Customize install location 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02229"/>
            <a:ext cx="9601200" cy="5042261"/>
          </a:xfrm>
        </p:spPr>
      </p:pic>
    </p:spTree>
    <p:extLst>
      <p:ext uri="{BB962C8B-B14F-4D97-AF65-F5344CB8AC3E}">
        <p14:creationId xmlns:p14="http://schemas.microsoft.com/office/powerpoint/2010/main" val="394328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see python installation.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619794"/>
            <a:ext cx="9601200" cy="4754880"/>
          </a:xfrm>
        </p:spPr>
      </p:pic>
    </p:spTree>
    <p:extLst>
      <p:ext uri="{BB962C8B-B14F-4D97-AF65-F5344CB8AC3E}">
        <p14:creationId xmlns:p14="http://schemas.microsoft.com/office/powerpoint/2010/main" val="50856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When </a:t>
            </a:r>
            <a:r>
              <a:rPr lang="en-US" dirty="0"/>
              <a:t>installation was complete you can see message “setup was successful” on screen.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985554"/>
            <a:ext cx="9601199" cy="4598126"/>
          </a:xfrm>
        </p:spPr>
      </p:pic>
    </p:spTree>
    <p:extLst>
      <p:ext uri="{BB962C8B-B14F-4D97-AF65-F5344CB8AC3E}">
        <p14:creationId xmlns:p14="http://schemas.microsoft.com/office/powerpoint/2010/main" val="326146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tx1"/>
                </a:solidFill>
              </a:rPr>
              <a:t>How to check Python version.</a:t>
            </a:r>
            <a:r>
              <a:rPr lang="en-US" sz="4000" u="sng" dirty="0">
                <a:solidFill>
                  <a:schemeClr val="tx1"/>
                </a:solidFill>
              </a:rPr>
              <a:t/>
            </a:r>
            <a:br>
              <a:rPr lang="en-US" sz="4000" u="sng" dirty="0">
                <a:solidFill>
                  <a:schemeClr val="tx1"/>
                </a:solidFill>
              </a:rPr>
            </a:br>
            <a:endParaRPr lang="en-IN" sz="4000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80606"/>
            <a:ext cx="9901646" cy="757645"/>
          </a:xfrm>
        </p:spPr>
        <p:txBody>
          <a:bodyPr/>
          <a:lstStyle/>
          <a:p>
            <a:r>
              <a:rPr lang="en-US" dirty="0"/>
              <a:t>To check the Python version, open command line (Windows</a:t>
            </a:r>
            <a:r>
              <a:rPr lang="en-US" dirty="0" smtClean="0"/>
              <a:t>) </a:t>
            </a:r>
            <a:r>
              <a:rPr lang="en-IN" dirty="0"/>
              <a:t>and run </a:t>
            </a:r>
            <a:r>
              <a:rPr lang="en-IN" b="1" dirty="0"/>
              <a:t>python -version</a:t>
            </a:r>
            <a:r>
              <a:rPr lang="en-IN" dirty="0"/>
              <a:t> </a:t>
            </a:r>
            <a:r>
              <a:rPr lang="en-IN" dirty="0" smtClean="0"/>
              <a:t>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05" y="2171700"/>
            <a:ext cx="9514895" cy="447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6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install </a:t>
            </a:r>
            <a:r>
              <a:rPr lang="en-US" dirty="0" err="1" smtClean="0"/>
              <a:t>Weditor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009" y="1920241"/>
            <a:ext cx="9352381" cy="4101736"/>
          </a:xfrm>
        </p:spPr>
      </p:pic>
    </p:spTree>
    <p:extLst>
      <p:ext uri="{BB962C8B-B14F-4D97-AF65-F5344CB8AC3E}">
        <p14:creationId xmlns:p14="http://schemas.microsoft.com/office/powerpoint/2010/main" val="118989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install </a:t>
            </a:r>
            <a:r>
              <a:rPr lang="en-US" dirty="0" err="1" smtClean="0"/>
              <a:t>jupyter</a:t>
            </a:r>
            <a:r>
              <a:rPr lang="en-US" dirty="0" smtClean="0"/>
              <a:t> notebook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390503"/>
            <a:ext cx="9601200" cy="4062548"/>
          </a:xfrm>
        </p:spPr>
      </p:pic>
    </p:spTree>
    <p:extLst>
      <p:ext uri="{BB962C8B-B14F-4D97-AF65-F5344CB8AC3E}">
        <p14:creationId xmlns:p14="http://schemas.microsoft.com/office/powerpoint/2010/main" val="15511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run </a:t>
            </a:r>
            <a:r>
              <a:rPr lang="en-US" dirty="0" err="1" smtClean="0"/>
              <a:t>weditor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319349"/>
            <a:ext cx="9601200" cy="561701"/>
          </a:xfrm>
        </p:spPr>
        <p:txBody>
          <a:bodyPr>
            <a:normAutofit fontScale="70000" lnSpcReduction="20000"/>
          </a:bodyPr>
          <a:lstStyle/>
          <a:p>
            <a:r>
              <a:rPr lang="en-IN" dirty="0" smtClean="0"/>
              <a:t>Open </a:t>
            </a:r>
            <a:r>
              <a:rPr lang="en-IN" dirty="0" err="1" smtClean="0"/>
              <a:t>cmd</a:t>
            </a:r>
            <a:r>
              <a:rPr lang="en-IN" dirty="0" smtClean="0"/>
              <a:t> in location </a:t>
            </a:r>
            <a:r>
              <a:rPr lang="en-IN" dirty="0"/>
              <a:t>C:\</a:t>
            </a:r>
            <a:r>
              <a:rPr lang="en-IN" dirty="0" smtClean="0"/>
              <a:t>Users\c_divyendu.</a:t>
            </a:r>
          </a:p>
          <a:p>
            <a:r>
              <a:rPr lang="en-IN" dirty="0" smtClean="0"/>
              <a:t>Run  command C</a:t>
            </a:r>
            <a:r>
              <a:rPr lang="en-IN" dirty="0"/>
              <a:t>:\</a:t>
            </a:r>
            <a:r>
              <a:rPr lang="en-IN" dirty="0" smtClean="0"/>
              <a:t>Users\c_divyendu&gt;weditor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606" y="2024744"/>
            <a:ext cx="10097588" cy="468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1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run </a:t>
            </a:r>
            <a:r>
              <a:rPr lang="en-US" dirty="0" err="1"/>
              <a:t>jupyter</a:t>
            </a:r>
            <a:r>
              <a:rPr lang="en-US" dirty="0"/>
              <a:t> notebook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974816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Open </a:t>
            </a:r>
            <a:r>
              <a:rPr lang="en-IN" dirty="0" err="1"/>
              <a:t>cmd</a:t>
            </a:r>
            <a:r>
              <a:rPr lang="en-IN" dirty="0"/>
              <a:t> in location C:\</a:t>
            </a:r>
            <a:r>
              <a:rPr lang="en-IN" dirty="0" smtClean="0"/>
              <a:t>Users\c_divyendu</a:t>
            </a:r>
          </a:p>
          <a:p>
            <a:r>
              <a:rPr lang="en-IN" dirty="0"/>
              <a:t>Run  command C:\Users\c_divyendu&gt;jupyter </a:t>
            </a:r>
            <a:r>
              <a:rPr lang="en-IN" dirty="0" smtClean="0"/>
              <a:t>notebook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.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171700"/>
            <a:ext cx="10463686" cy="452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3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connect device through </a:t>
            </a:r>
            <a:r>
              <a:rPr lang="en-US" dirty="0" err="1" smtClean="0"/>
              <a:t>weditor</a:t>
            </a:r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65564"/>
            <a:ext cx="9601200" cy="4301836"/>
          </a:xfrm>
        </p:spPr>
        <p:txBody>
          <a:bodyPr/>
          <a:lstStyle/>
          <a:p>
            <a:r>
              <a:rPr lang="en-IN" dirty="0" smtClean="0"/>
              <a:t>Plug </a:t>
            </a:r>
            <a:r>
              <a:rPr lang="en-IN" dirty="0"/>
              <a:t> in </a:t>
            </a:r>
            <a:r>
              <a:rPr lang="en-IN" dirty="0" smtClean="0"/>
              <a:t>USB and enable USB debugging port.</a:t>
            </a:r>
          </a:p>
          <a:p>
            <a:r>
              <a:rPr lang="en-IN" dirty="0" err="1"/>
              <a:t>adb</a:t>
            </a:r>
            <a:r>
              <a:rPr lang="en-IN" dirty="0"/>
              <a:t> kill-server </a:t>
            </a:r>
            <a:endParaRPr lang="en-IN" dirty="0" smtClean="0"/>
          </a:p>
          <a:p>
            <a:r>
              <a:rPr lang="en-IN" dirty="0" err="1" smtClean="0"/>
              <a:t>adb</a:t>
            </a:r>
            <a:r>
              <a:rPr lang="en-IN" dirty="0" smtClean="0"/>
              <a:t> </a:t>
            </a:r>
            <a:r>
              <a:rPr lang="en-IN" dirty="0"/>
              <a:t>start-server</a:t>
            </a:r>
            <a:endParaRPr lang="en-IN" dirty="0" smtClean="0"/>
          </a:p>
          <a:p>
            <a:r>
              <a:rPr lang="en-US" dirty="0" smtClean="0"/>
              <a:t>“</a:t>
            </a:r>
            <a:r>
              <a:rPr lang="en-US" dirty="0" err="1" smtClean="0"/>
              <a:t>adb</a:t>
            </a:r>
            <a:r>
              <a:rPr lang="en-US" dirty="0" smtClean="0"/>
              <a:t> devices” This </a:t>
            </a:r>
            <a:r>
              <a:rPr lang="en-US" dirty="0"/>
              <a:t>automatically starts the server. You </a:t>
            </a:r>
            <a:r>
              <a:rPr lang="en-US" dirty="0" smtClean="0"/>
              <a:t>should </a:t>
            </a:r>
            <a:r>
              <a:rPr lang="en-US" dirty="0"/>
              <a:t>see the device plugged in via </a:t>
            </a:r>
            <a:r>
              <a:rPr lang="en-US" dirty="0" smtClean="0"/>
              <a:t>USB.</a:t>
            </a:r>
          </a:p>
          <a:p>
            <a:r>
              <a:rPr lang="en-US" dirty="0" smtClean="0"/>
              <a:t> </a:t>
            </a:r>
            <a:r>
              <a:rPr lang="en-US" dirty="0" err="1"/>
              <a:t>adb</a:t>
            </a:r>
            <a:r>
              <a:rPr lang="en-US" dirty="0"/>
              <a:t> shell </a:t>
            </a:r>
            <a:r>
              <a:rPr lang="en-US" dirty="0" err="1"/>
              <a:t>ip</a:t>
            </a:r>
            <a:r>
              <a:rPr lang="en-US" dirty="0"/>
              <a:t> </a:t>
            </a:r>
            <a:r>
              <a:rPr lang="en-US" dirty="0" smtClean="0"/>
              <a:t>route </a:t>
            </a:r>
            <a:r>
              <a:rPr lang="en-US" dirty="0"/>
              <a:t>show </a:t>
            </a:r>
            <a:r>
              <a:rPr lang="en-US" dirty="0" smtClean="0"/>
              <a:t>wlan0 </a:t>
            </a:r>
            <a:r>
              <a:rPr lang="en-US" dirty="0"/>
              <a:t>to get your devices IP </a:t>
            </a:r>
            <a:r>
              <a:rPr lang="en-US" dirty="0" smtClean="0"/>
              <a:t>address.</a:t>
            </a:r>
          </a:p>
          <a:p>
            <a:r>
              <a:rPr lang="en-IN" dirty="0" err="1"/>
              <a:t>adb</a:t>
            </a:r>
            <a:r>
              <a:rPr lang="en-IN" dirty="0"/>
              <a:t> </a:t>
            </a:r>
            <a:r>
              <a:rPr lang="en-IN" dirty="0" err="1"/>
              <a:t>tcpip</a:t>
            </a:r>
            <a:r>
              <a:rPr lang="en-IN" dirty="0"/>
              <a:t> </a:t>
            </a:r>
            <a:r>
              <a:rPr lang="en-IN" dirty="0" smtClean="0"/>
              <a:t>5555 </a:t>
            </a:r>
            <a:r>
              <a:rPr lang="en-US" dirty="0"/>
              <a:t>Set the port to 5555 that you want to connect </a:t>
            </a:r>
            <a:r>
              <a:rPr lang="en-US" dirty="0" smtClean="0"/>
              <a:t>through.</a:t>
            </a:r>
          </a:p>
          <a:p>
            <a:r>
              <a:rPr lang="en-IN" dirty="0" err="1"/>
              <a:t>adb</a:t>
            </a:r>
            <a:r>
              <a:rPr lang="en-IN" dirty="0"/>
              <a:t> connect </a:t>
            </a:r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192.168.0.6</a:t>
            </a:r>
            <a:r>
              <a:rPr lang="en-IN" dirty="0" smtClean="0"/>
              <a:t>:5555 </a:t>
            </a:r>
            <a:r>
              <a:rPr lang="en-US" dirty="0"/>
              <a:t> Replace IP address with </a:t>
            </a:r>
            <a:r>
              <a:rPr lang="en-US" dirty="0" smtClean="0"/>
              <a:t>your IP </a:t>
            </a:r>
            <a:r>
              <a:rPr lang="en-US" dirty="0"/>
              <a:t>address.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24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Error During Installation and setup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Local </a:t>
            </a:r>
            <a:r>
              <a:rPr lang="en-US" dirty="0"/>
              <a:t>server not started, start with $ python -m </a:t>
            </a:r>
            <a:r>
              <a:rPr lang="en-US" dirty="0" err="1"/>
              <a:t>weditor</a:t>
            </a:r>
            <a:r>
              <a:rPr lang="en-US" dirty="0"/>
              <a:t> in </a:t>
            </a:r>
            <a:r>
              <a:rPr lang="en-US" dirty="0" err="1" smtClean="0"/>
              <a:t>weditor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IN" dirty="0" err="1"/>
              <a:t>Weditor</a:t>
            </a:r>
            <a:r>
              <a:rPr lang="en-IN" dirty="0"/>
              <a:t> Not </a:t>
            </a:r>
            <a:r>
              <a:rPr lang="en-IN" dirty="0" smtClean="0"/>
              <a:t>Recognized.</a:t>
            </a:r>
          </a:p>
          <a:p>
            <a:r>
              <a:rPr lang="en-IN" dirty="0"/>
              <a:t>Start local </a:t>
            </a:r>
            <a:r>
              <a:rPr lang="en-IN" dirty="0" smtClean="0"/>
              <a:t>server.</a:t>
            </a:r>
          </a:p>
          <a:p>
            <a:r>
              <a:rPr lang="en-IN" dirty="0"/>
              <a:t>Add 'Scripts' to </a:t>
            </a:r>
            <a:r>
              <a:rPr lang="en-IN" dirty="0" smtClean="0"/>
              <a:t>PATH issue.</a:t>
            </a:r>
          </a:p>
          <a:p>
            <a:r>
              <a:rPr lang="en-IN" dirty="0"/>
              <a:t>Fix 'pip' not recognized</a:t>
            </a:r>
            <a:r>
              <a:rPr lang="en-IN" dirty="0" smtClean="0"/>
              <a:t>.</a:t>
            </a:r>
          </a:p>
          <a:p>
            <a:r>
              <a:rPr lang="en-US" dirty="0"/>
              <a:t>Python environment is missing the </a:t>
            </a:r>
            <a:r>
              <a:rPr lang="en-US" dirty="0" err="1" smtClean="0"/>
              <a:t>pkg</a:t>
            </a:r>
            <a:r>
              <a:rPr lang="en-US" dirty="0" smtClean="0"/>
              <a:t> resources </a:t>
            </a:r>
            <a:r>
              <a:rPr lang="en-US" dirty="0"/>
              <a:t>module, which is part of the </a:t>
            </a:r>
            <a:r>
              <a:rPr lang="en-US" dirty="0" err="1" smtClean="0"/>
              <a:t>setuptools</a:t>
            </a:r>
            <a:r>
              <a:rPr lang="en-US" dirty="0" smtClean="0"/>
              <a:t> </a:t>
            </a:r>
            <a:r>
              <a:rPr lang="en-US" dirty="0"/>
              <a:t>package.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254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6949" y="2566852"/>
            <a:ext cx="4284617" cy="1485900"/>
          </a:xfrm>
        </p:spPr>
        <p:txBody>
          <a:bodyPr>
            <a:normAutofit/>
          </a:bodyPr>
          <a:lstStyle/>
          <a:p>
            <a:r>
              <a:rPr lang="en-US" sz="7200" b="1" dirty="0" smtClean="0"/>
              <a:t>Thank you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227916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Crop design</Template>
  <TotalTime>0</TotalTime>
  <Words>284</Words>
  <Application>Microsoft Office PowerPoint</Application>
  <PresentationFormat>Widescreen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Franklin Gothic Book</vt:lpstr>
      <vt:lpstr>Crop</vt:lpstr>
      <vt:lpstr>Installing Python on Windows</vt:lpstr>
      <vt:lpstr>Installing Python on Windows</vt:lpstr>
      <vt:lpstr>When download is complete run .exe file to install Python.</vt:lpstr>
      <vt:lpstr>Customize install location </vt:lpstr>
      <vt:lpstr>You can see python installation.</vt:lpstr>
      <vt:lpstr>When installation was complete you can see message “setup was successful” on screen.</vt:lpstr>
      <vt:lpstr>How to check Python version. </vt:lpstr>
      <vt:lpstr>To install Weditor</vt:lpstr>
      <vt:lpstr>To install jupyter notebook</vt:lpstr>
      <vt:lpstr>To run weditor</vt:lpstr>
      <vt:lpstr>To run jupyter notebook</vt:lpstr>
      <vt:lpstr>How to connect device through weditor.</vt:lpstr>
      <vt:lpstr>Error During Installation and setup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2023-11-20T05:15:13Z</dcterms:created>
  <dcterms:modified xsi:type="dcterms:W3CDTF">2023-12-15T11:31:55Z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